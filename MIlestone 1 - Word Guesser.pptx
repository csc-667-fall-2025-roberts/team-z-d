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e9e6c99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85e9e6c992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e9e6c992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85e9e6c992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5e9e6c992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85e9e6c992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5e9e6c992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85e9e6c992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9e6c992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5e9e6c992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5e9e6c992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85e9e6c992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e9e6c992_0_1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5e9e6c992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475a4049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475a404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5e9e6c992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85e9e6c992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643200" y="192144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GUESSER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275750" y="1359875"/>
            <a:ext cx="64008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">
                <a:solidFill>
                  <a:schemeClr val="dk1"/>
                </a:solidFill>
              </a:rPr>
              <a:t>Multiplayer</a:t>
            </a:r>
            <a:r>
              <a:rPr lang="en">
                <a:solidFill>
                  <a:schemeClr val="dk1"/>
                </a:solidFill>
              </a:rPr>
              <a:t>/</a:t>
            </a:r>
            <a:r>
              <a:rPr lang="en">
                <a:solidFill>
                  <a:schemeClr val="dk1"/>
                </a:solidFill>
              </a:rPr>
              <a:t>Word </a:t>
            </a:r>
            <a:r>
              <a:rPr lang="en">
                <a:solidFill>
                  <a:schemeClr val="dk1"/>
                </a:solidFill>
              </a:rPr>
              <a:t>Guesser </a:t>
            </a:r>
            <a:r>
              <a:rPr lang="en">
                <a:solidFill>
                  <a:schemeClr val="dk1"/>
                </a:solidFill>
              </a:rPr>
              <a:t>Game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">
                <a:solidFill>
                  <a:schemeClr val="dk1"/>
                </a:solidFill>
              </a:rPr>
              <a:t>Milestone 1: Project Goal &amp; Wireframes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">
                <a:solidFill>
                  <a:schemeClr val="dk1"/>
                </a:solidFill>
              </a:rPr>
              <a:t>Team: &lt;</a:t>
            </a:r>
            <a:r>
              <a:rPr lang="en">
                <a:solidFill>
                  <a:schemeClr val="dk1"/>
                </a:solidFill>
              </a:rPr>
              <a:t>Miguel A, Massimo P, Barry L &amp; Zarina</a:t>
            </a:r>
            <a:r>
              <a:rPr lang="en">
                <a:solidFill>
                  <a:schemeClr val="dk1"/>
                </a:solidFill>
              </a:rPr>
              <a:t>&gt;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">
                <a:solidFill>
                  <a:schemeClr val="dk1"/>
                </a:solidFill>
              </a:rPr>
              <a:t>Stack: Render, Node.js, Express.js, PostgreSQL (+ React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4625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82742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game where players guess a hidden word within a limited number of attempts or unlimited attempts, and difficult level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 feedback per letter: correct spot, present elsewhere, or absent.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Modes: Daily, Practice (random), Multiplayer, different rounds if no one guess the word (change the word every round) &amp; time challenge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Goals: Clean UX, fast gameplay, mobile‑friendly, sharable results.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13004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Auth: Sign Up / Log In &amp; basic profile.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logic: n‑letter secret word, k attempts, letter feedback and on‑screen keyboard.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Single‑player: Daily + Practice.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Multiplayer: Lobby of rooms; create/join &amp; scoreboard.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screen: stats + copyable.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9658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Required: Render (deploy), Node.js, Express.js, PostgreSQL.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Auth: JWT + bcrypt; UI: React, or ExpressJS), CSS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106322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(React or Express.JS)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↕ fetch/JSON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 API (auth, rooms, games, guesses, stats)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(users, rooms, games, guesses, stats)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Wirefr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5111475" y="1671475"/>
            <a:ext cx="45252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 title="Screenshot 2025-10-12 at 2.49.40 PM.png"/>
          <p:cNvPicPr preferRelativeResize="0"/>
          <p:nvPr/>
        </p:nvPicPr>
        <p:blipFill rotWithShape="1">
          <a:blip r:embed="rId3">
            <a:alphaModFix/>
          </a:blip>
          <a:srcRect b="9408" l="8955" r="8955" t="9408"/>
          <a:stretch/>
        </p:blipFill>
        <p:spPr>
          <a:xfrm>
            <a:off x="283225" y="344700"/>
            <a:ext cx="3963924" cy="32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 title="Screenshot 2025-10-12 at 3.04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125" y="1316200"/>
            <a:ext cx="4183225" cy="37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457200" y="205975"/>
            <a:ext cx="25629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4641950" y="1200150"/>
            <a:ext cx="4044900" cy="313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 title="Screenshot 2025-10-12 at 2.51.41 PM.png"/>
          <p:cNvPicPr preferRelativeResize="0"/>
          <p:nvPr/>
        </p:nvPicPr>
        <p:blipFill rotWithShape="1">
          <a:blip r:embed="rId3">
            <a:alphaModFix/>
          </a:blip>
          <a:srcRect b="0" l="8813" r="7804" t="1468"/>
          <a:stretch/>
        </p:blipFill>
        <p:spPr>
          <a:xfrm>
            <a:off x="58650" y="-2"/>
            <a:ext cx="3445874" cy="386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 title="Screenshot 2025-10-12 at 2.57.3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6575" y="760075"/>
            <a:ext cx="5254401" cy="42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57200" y="205975"/>
            <a:ext cx="32883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6295975" y="1200150"/>
            <a:ext cx="2390700" cy="28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 title="Screenshot 2025-10-12 at 3.05.06 PM.png"/>
          <p:cNvPicPr preferRelativeResize="0"/>
          <p:nvPr/>
        </p:nvPicPr>
        <p:blipFill rotWithShape="1">
          <a:blip r:embed="rId3">
            <a:alphaModFix/>
          </a:blip>
          <a:srcRect b="0" l="6068" r="0" t="0"/>
          <a:stretch/>
        </p:blipFill>
        <p:spPr>
          <a:xfrm>
            <a:off x="100500" y="95925"/>
            <a:ext cx="5115948" cy="335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 title="Screenshot 2025-10-12 at 3.06.2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450" y="616300"/>
            <a:ext cx="3980924" cy="37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creenshot 2025-10-12 at 3.09.5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51" y="3519775"/>
            <a:ext cx="4577049" cy="15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Flows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57200" y="10084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Daily: Landing → Daily → guesses → results → share.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Practice: Landing → Practice → guesses → results.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Multiplayer: Lobby → Create/Join Room → Start → guesses → scoreboard → results.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Auth: Sign Up/Log In → Lobby; stats persist.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